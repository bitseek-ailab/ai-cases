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9B3C"/>
                </a:solidFill>
                <a:latin typeface="微软雅黑"/>
                <a:ea typeface="微软雅黑"/>
                <a:cs typeface="微软雅黑"/>
              </a:rPr>
              <a:t>会议汇报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智享门店 App 2.0 上线准备会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B9C6D8"/>
                </a:solidFill>
                <a:latin typeface="微软雅黑"/>
                <a:ea typeface="微软雅黑"/>
                <a:cs typeface="微软雅黑"/>
              </a:rPr>
              <a:t>会后汇报 · 结论与行动项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2011680" cy="254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6"/>
                </a:solidFill>
                <a:latin typeface="微软雅黑"/>
                <a:ea typeface="微软雅黑"/>
                <a:cs typeface="微软雅黑"/>
              </a:rPr>
              <a:t>汇报日期：2026-10-12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6"/>
                </a:solidFill>
                <a:latin typeface="微软雅黑"/>
                <a:ea typeface="微软雅黑"/>
                <a:cs typeface="微软雅黑"/>
              </a:rPr>
              <a:t>主持人 / 汇报人：张明（产品负责人）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6"/>
                </a:solidFill>
                <a:latin typeface="微软雅黑"/>
                <a:ea typeface="微软雅黑"/>
                <a:cs typeface="微软雅黑"/>
              </a:rPr>
              <a:t>参会：产品 / 研发 / 设计 / 测试 / 运营 / 增长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本次汇报内容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汇报议程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424160" cy="7498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74980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3794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928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议题1：2.0 上线时间确认（00:00–04:31）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87752"/>
            <a:ext cx="10424160" cy="7498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87752"/>
            <a:ext cx="54864" cy="74980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3405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889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议题2：会员积分改版方案（04:31–11:12）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83864"/>
            <a:ext cx="10424160" cy="7498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83864"/>
            <a:ext cx="54864" cy="74980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301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850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议题3：上线推广节奏（11:12–12:58）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79976"/>
            <a:ext cx="10424160" cy="7498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79976"/>
            <a:ext cx="54864" cy="74980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262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8114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议题4：测试与上线风险（12:58–17:54）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8581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先对齐“讨论了什么”，再对齐“定了什么、谁做什么、什么时候交”。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议题 1 · 00:00–04:31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2.0 上线时间确认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讨论要点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126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研发反馈：积分模块为最大不确定项，原定 10-24 上线偏紧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讨论：是否改期，为积分模块联调留出时间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16052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160520" cy="56692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70992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本议题结论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514600"/>
            <a:ext cx="3611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上线日期改期至 2026-10-28（周三）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议题 2 · 04:31–11:12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会员积分改版方案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讨论要点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126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设计给出两方案：A（纯数值积分）/ B（成长值 + 等级）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比较维度：短期转化 vs 长期留存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16052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160520" cy="56692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70992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本议题结论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514600"/>
            <a:ext cx="3611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会员积分改版采用方案 B（成长值 + 三档等级），规则从简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议题 3 · 11:12–12:58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上线推广节奏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讨论要点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126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增长提出“预热 + 爆发”节奏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运营提醒：短信触达频次需控制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16052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160520" cy="56692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70992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本议题结论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514600"/>
            <a:ext cx="3611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上线预热自 2026-10-21 开始（上线前一周）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议题 4 · 12:58–17:54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测试与上线风险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讨论要点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126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测试要求：完整回归（覆盖积分 / 账户 / 到店核销三条主链路）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上线方式：先灰度、再全量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70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识别三类风险：迁移超时 / 回滚 / 门店核销培训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16052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160520" cy="566928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70992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本议题结论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514600"/>
            <a:ext cx="3611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上线策略「先灰度、再全量」，灰度期间必须有回滚预案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已拍板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关键决策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424160" cy="89611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822960" cy="896112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938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89B3C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92808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2.0 版本上线日期定为 2026-10-28（周三），全员按此倒排，非重大阻塞不再更改。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34056"/>
            <a:ext cx="10424160" cy="89611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734056"/>
            <a:ext cx="822960" cy="896112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89B3C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35224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会员积分改版采用方案 B：成长值体系 + 三档会员等级，动效与规则从简。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76472"/>
            <a:ext cx="10424160" cy="89611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76472"/>
            <a:ext cx="822960" cy="896112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5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89B3C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977639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上线预热自 2026-10-21 开始（上线前一周）。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18888"/>
            <a:ext cx="10424160" cy="89611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18888"/>
            <a:ext cx="822960" cy="896112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56631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89B3C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020055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上线策略为「先灰度、再全量」，灰度期间必须有回滚预案。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07023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以上为会上已确认的决定，可直接据此执行。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分工 · 谁做什么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行动项跟踪表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正式行动项（7 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424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943600"/>
                <a:gridCol w="1371600"/>
                <a:gridCol w="2468880"/>
              </a:tblGrid>
              <a:tr h="3886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行动项</a:t>
                      </a:r>
                    </a:p>
                  </a:txBody>
                  <a:tcPr anchor="ctr" marT="25400" marB="25400"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责任人</a:t>
                      </a:r>
                    </a:p>
                  </a:txBody>
                  <a:tcPr anchor="ctr" marT="25400" marB="25400"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截止日期</a:t>
                      </a:r>
                    </a:p>
                  </a:txBody>
                  <a:tcPr anchor="ctr" marT="25400" marB="25400">
                    <a:solidFill>
                      <a:srgbClr val="14253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 2.0 首页与会员中心设计稿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陈静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2026-10-19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完成会员积分模块技术方案评审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王强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2026-10-16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输出回滚预案（与技术方案一并评审）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王强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2026-10-16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提交回归测试计划（覆盖积分/账户/到店核销三条主链路）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刘洋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2026-10-16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提交上线预热投放计划（含预算与渠道）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赵磊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2026-10-16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准备老用户迁移公告文案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李婷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2026-10-21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协调线下门店核销培训（与公告一并推进）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25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李婷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F81F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2026-10-21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截止日期已按会议日换算：本周五 = 10-16、下周一 = 10-19、下周三 = 10-21。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另有口头共识 2 条：积分历史数据迁移做压测；前端埋点提测并入研发进度，不单列。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本次未决定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待确认事项（勿当结论）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424160" cy="141732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1417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8366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08A1E"/>
                </a:solidFill>
                <a:latin typeface="微软雅黑"/>
                <a:ea typeface="微软雅黑"/>
                <a:cs typeface="微软雅黑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0195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积分有效期是否设 12 个月清零——涉及财务口径，本次不定，下周会上定。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5176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归属：张明（先与财务对）　·　下一步：下周会上定　·　纪要时间戳 [09:23]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10128"/>
            <a:ext cx="10424160" cy="141732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10128"/>
            <a:ext cx="73152" cy="1417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08A1E"/>
                </a:solidFill>
                <a:latin typeface="微软雅黑"/>
                <a:ea typeface="微软雅黑"/>
                <a:cs typeface="微软雅黑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7472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灰度比例最终值（暂定 10%）——由王强评估技术承载后确定。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452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归属：王强　·　下一步：王强评估后定　·　纪要时间戳 [14:01]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2861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08A1E"/>
                </a:solidFill>
                <a:latin typeface="微软雅黑"/>
                <a:ea typeface="微软雅黑"/>
                <a:cs typeface="微软雅黑"/>
              </a:rPr>
              <a:t>这两项会上未拍板，下一页会（或会后评估）再定，请勿按“已定”执行。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重点关注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三类风险与应对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424160" cy="96926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969264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迁移超时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积分历史数据做压测（生产同量级）；超时则分批迁移（口头共识）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4639"/>
            <a:ext cx="10424160" cy="96926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4639"/>
            <a:ext cx="2377440" cy="969264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27247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01752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灰度期间必须有回滚预案（王强，10-16 前交付）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10424160" cy="96926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2377440" cy="969264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45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门店核销培训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11480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李婷协调线下门店培训，与老用户公告一并推进（10-21 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倒排时间线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下一步与关键节点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07040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331720"/>
            <a:ext cx="10058400" cy="3175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3140" y="2176272"/>
            <a:ext cx="310896" cy="310896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10-16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本周五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2423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积分模块技术方案评审（王强）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回滚预案（王强）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回归测试计划（刘洋）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上线预热投放计划（赵磊）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9180" y="2176272"/>
            <a:ext cx="310896" cy="310896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60020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10-19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5176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下周一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3063240"/>
            <a:ext cx="2423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2.0 首页与会员中心设计稿（陈静）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5220" y="2176272"/>
            <a:ext cx="310896" cy="310896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10-21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下周三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423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上线预热开始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老用户迁移公告文案（李婷）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门店核销培训（李婷）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81260" y="2176272"/>
            <a:ext cx="310896" cy="31089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60020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4253D"/>
                </a:solidFill>
                <a:latin typeface="微软雅黑"/>
                <a:ea typeface="微软雅黑"/>
                <a:cs typeface="微软雅黑"/>
              </a:rPr>
              <a:t>10-28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65176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周三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063240"/>
            <a:ext cx="2423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· 智享门店 App 2.0 正式上线（先灰度、再全量）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智享门店 App 2.0 上线准备会 · 会后汇报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2F81F7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9B3C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讨论与确认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B9C6D8"/>
                </a:solidFill>
                <a:latin typeface="微软雅黑"/>
                <a:ea typeface="微软雅黑"/>
                <a:cs typeface="微软雅黑"/>
              </a:rPr>
              <a:t>请各位确认行动项，两项待确认事项下周会上拍板。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2011680" cy="254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6"/>
                </a:solidFill>
                <a:latin typeface="微软雅黑"/>
                <a:ea typeface="微软雅黑"/>
                <a:cs typeface="微软雅黑"/>
              </a:rPr>
              <a:t>汇报人：张明（产品负责人）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6"/>
                </a:solidFill>
                <a:latin typeface="微软雅黑"/>
                <a:ea typeface="微软雅黑"/>
                <a:cs typeface="微软雅黑"/>
              </a:rPr>
              <a:t>会议纪要可回溯原录音（时间戳保留）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