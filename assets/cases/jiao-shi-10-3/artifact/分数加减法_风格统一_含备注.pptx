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家长好，今天这节课我们学分数的加减法。其实孩子在生活里早就见过分数了——切开的西瓜、分掉的披萨，所以我们不从公式讲起，先从一个他们熟悉的例子入手。这节课上完，孩子能自己算同分母和异分母的加减法。回家您可以让他给您讲一讲，讲得清楚，就是真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今天两个目标。一是同分母的加减法，分母不变、分子相加减；二是异分母的加减法，要先通分再算。第二个是今天的重点，也是孩子最容易卡住的地方。您在家看他做这类题，只要问一句“你通分了吗”，基本就能帮他找到卡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最简单的：八分之三加八分之二。这里只做一件事——分母不动，分子相加，得八分之五。为什么分母不动？因为分母说的是“平均分成几份”，份数没变，变的只是取了几份。孩子记住这句话，这类题基本不会错。您在家可以拿张纸折一折，让他亲眼看到份数没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今天的重点：二分之一加三分之一。分母不一样，不能直接加。怎么办？先通分，把两个分数变成六分之三和六分之二，再加起来得六分之五。这一步很多孩子会漏——不是不会算，是忘了先通分。您在家盯他这一句就够了：“先通分了吗？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两道题留给孩子自己练：四分之一加四分之二，还有二分之一加四分之一。第一题分母相同，直接算；第二题要先通分。两道题正好把今天学的东西各练一遍。建议您别急着告诉他答案，让他做完再讲讲是怎么想的——能讲出来，才是真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5A87"/>
                </a:solidFill>
              </a:rPr>
              <a:t>分数加减法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88888"/>
                </a:solidFill>
              </a:rPr>
              <a:t>五年级 · 数学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0"/>
                </a:solidFill>
              </a:rPr>
              <a:t>这节课学分数的加减法，先看一个生活中的例子。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5A87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0"/>
                </a:solidFill>
              </a:rPr>
              <a:t>1. 掌握同分母分数加减法</a:t>
            </a:r>
          </a:p>
          <a:p>
            <a:r>
              <a:rPr sz="2400">
                <a:solidFill>
                  <a:srgbClr val="404040"/>
                </a:solidFill>
              </a:rPr>
              <a:t>2. 学会异分母分数的通分和加减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5A87"/>
                </a:solidFill>
              </a:rPr>
              <a:t>同分母分数加减法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88888"/>
                </a:solidFill>
              </a:rPr>
              <a:t>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0"/>
                </a:solidFill>
              </a:rPr>
              <a:t>分母不变，分子相加减。</a:t>
            </a:r>
          </a:p>
          <a:p>
            <a:r>
              <a:rPr sz="2400">
                <a:solidFill>
                  <a:srgbClr val="404040"/>
                </a:solidFill>
              </a:rPr>
              <a:t>例：3/8 + 2/8 = 5/8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5A87"/>
                </a:solidFill>
              </a:rPr>
              <a:t>异分母分数加减法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88888"/>
                </a:solidFill>
              </a:rPr>
              <a:t>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0"/>
                </a:solidFill>
              </a:rPr>
              <a:t>先通分，再加减。</a:t>
            </a:r>
          </a:p>
          <a:p>
            <a:r>
              <a:rPr sz="2400">
                <a:solidFill>
                  <a:srgbClr val="404040"/>
                </a:solidFill>
              </a:rPr>
              <a:t>例：1/2 + 1/3 = 3/6 + 2/6 = 5/6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E5A87"/>
                </a:solidFill>
              </a:rPr>
              <a:t>练一练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888888"/>
                </a:solidFill>
              </a:rPr>
              <a:t>随堂练习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404040"/>
                </a:solidFill>
              </a:rPr>
              <a:t>1. 1/4 + 2/4 = ?</a:t>
            </a:r>
          </a:p>
          <a:p>
            <a:r>
              <a:rPr sz="2400">
                <a:solidFill>
                  <a:srgbClr val="404040"/>
                </a:solidFill>
              </a:rPr>
              <a:t>2. 1/2 + 1/4 =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