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五年级数学 · 分数的加法和减法 · 第 2 课时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先通分，再计算，能约分的要约分。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 + 1/3 = 5/6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温故知新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同分母：分母不变，分子相加。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1/8 + 3/8 = 4/8 = 1/2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分母不同：1/2 + 1/3 = 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分母不一样，能直接加吗？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为什么要先通分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分母不同，每份的大小就不同，单位不同，不能直接相加。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194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通分：把两个分数变成份数相同的分数（找分母的最小公倍数）。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1/2 = 3/6，1/3 = 2/6，都是 6 等份，就能相加了。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例题1 · 异分母相加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 + 1/3 = 3/6 + 2/6 = 5/6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通分：分母 2 和 3 的最小公倍数是 6。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计算：分母不变，分子相加，3 + 2 = 5。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约分：5/6 已是最简分数，不用再约。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例题2 · 异分母相减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3/4 - 1/6 = 9/12 - 2/12 = 7/12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通分：分母 4 和 6 的最小公倍数是 12。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计算：分母不变，分子相减，9 - 2 = 7。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约分：7/12 已是最简分数。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错法一：不通分，分子加分子、分母加分母。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 + 1/4 = 2/6 = 1/3  —— 错！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错法二：只通分了分母，忘了分子也变。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 + 1/3 = 1/6 + 1/6  —— 错！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正确：1/2 + 1/4 = 2/4 + 1/4 = 3/4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② + 口诀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公分母没找最小公倍数：1/6 + 1/4 用 24 当公分母，还得再约分。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正解：最小公倍数 12，1/6 + 1/4 = 2/12 + 3/12 = 5/12。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算完忘记约分：1/8 + 3/8 = 4/8，要写成 1/2。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口诀：先通分，再计算，能约分的要约分。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随堂练习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基础关：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 1/3 + 1/6 =          2.  2/5 + 3/10 =          3.  7/8 - 1/4 =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834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挑战关：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 5/6 - 2/3 =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3931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 应用：小明吃了蛋糕的 1/4，小红吃了 1/3，两人一共吃了多少？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4937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答案：1/2、7/10、5/8、1/6、7/12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异分母分数加减法</dc:title>
  <dc:subject>PptxGenJS Presentation</dc:subject>
  <dc:creator>五年级数学 · 异分母分数加减法</dc:creator>
  <cp:lastModifiedBy>五年级数学 · 异分母分数加减法</cp:lastModifiedBy>
  <cp:revision>1</cp:revision>
  <dcterms:created xsi:type="dcterms:W3CDTF">2026-10-12T17:51:55Z</dcterms:created>
  <dcterms:modified xsi:type="dcterms:W3CDTF">2026-10-12T17:51:55Z</dcterms:modified>
</cp:coreProperties>
</file>